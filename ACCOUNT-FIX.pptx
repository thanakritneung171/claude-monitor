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47948"/>
                </a:solidFill>
                <a:latin typeface="Tahoma"/>
              </a:rPr>
              <a:t>Account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1E1E1E"/>
                </a:solidFill>
                <a:latin typeface="Tahoma"/>
              </a:rPr>
              <a:t>Per-IP Account Scoping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6B6B6B"/>
                </a:solidFill>
                <a:latin typeface="Tahoma"/>
              </a:rPr>
              <a:t>แก้ปัญหา account_email ไม่ตรงกับคนใช้จริง บน shared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claude-monitor / proxy/addon.py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9436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Tahoma"/>
              </a:rPr>
              <a:t>2026-05-14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ปัญหา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Claude account ใน log ไม่ตรงกับคนที่ใช้จริง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solidFill>
            <a:srgbClr val="FDECE5"/>
          </a:solidFill>
          <a:ln w="12700">
            <a:solidFill>
              <a:srgbClr val="F47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7948"/>
                </a:solidFill>
                <a:latin typeface="Tahoma"/>
              </a:rPr>
              <a:t>อาการที่เจอ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327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Tahoma"/>
              </a:rPr>
              <a:t>หลังจากย้าย proxy ไปรันบน server กลาง แล้วให้หลายคนยิงผ่าน</a:t>
            </a:r>
          </a:p>
          <a:p>
            <a:pPr algn="l"/>
            <a:r>
              <a:rPr sz="1800" b="0">
                <a:solidFill>
                  <a:srgbClr val="1E1E1E"/>
                </a:solidFill>
                <a:latin typeface="Tahoma"/>
              </a:rPr>
              <a:t>ค่า account_email ใน log มันสลับไปมา ไม่ตรงกับ user ที่ยิงจริง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E1E1E"/>
                </a:solidFill>
                <a:latin typeface="Tahoma"/>
              </a:rPr>
              <a:t>Context การ deploy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280160" cy="64008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49039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Tahoma"/>
              </a:rPr>
              <a:t>1 คน 1 เครื่อง รัน mitmdump บนเครื่องตัวเอง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28016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572000"/>
            <a:ext cx="96012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Tahoma"/>
              </a:rPr>
              <a:t>1 server กลาง หลาย user ยิง HTTPS_PROXY มาที่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Global state ตัวเดียวที่ใช้ร่วมกันทั้ง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onsolas"/>
              </a:rPr>
              <a:t>proxy/addon.py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66928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669280" cy="22860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_ACCOUNT = {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"email":    "",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"name":     "",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"uuid":     "",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"org_uuid": "",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def current_email() -&gt; str: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return _ACCOUNT["email"]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737360"/>
            <a:ext cx="5120640" cy="2286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47948"/>
                </a:solidFill>
                <a:latin typeface="Tahoma"/>
              </a:rPr>
              <a:t>ทำไมพัง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มีตัวเดียวทั้ง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ไม่ได้แยกตาม user /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Sniffer overwrite ทุกครั้งที่เห็น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832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Last-writer-wins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จุดที่อ่าน email ผิดทั้งหมด 3 จุด เรียก current_email() เหมือนกัน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Consolas"/>
              </a:rPr>
              <a:t>ClaudeAPIMonitor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onsolas"/>
              </a:rPr>
              <a:t>api.anthropic.com/v1/messages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  <a:latin typeface="Consolas"/>
              </a:rPr>
              <a:t>→ current_email()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475488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484632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Consolas"/>
              </a:rPr>
              <a:t>ClaudeDesktopMonitor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53035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onsolas"/>
              </a:rPr>
              <a:t>claude.ai/.../completion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56692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  <a:latin typeface="Consolas"/>
              </a:rPr>
              <a:t>→ current_email()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475488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4846320"/>
            <a:ext cx="3566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Consolas"/>
              </a:rPr>
              <a:t>ClaudeBridgeMonitor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53035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onsolas"/>
              </a:rPr>
              <a:t>bridge.claudeusercontent.com 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56692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  <a:latin typeface="Consolas"/>
              </a:rPr>
              <a:t>→ current_email()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Race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ลำดับเหตุการณ์ที่ทำให้ log ผิด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เวลา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463040"/>
            <a:ext cx="502920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เหตุการณ์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463040"/>
            <a:ext cx="320040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_ACCOUNT['email']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463040"/>
            <a:ext cx="228600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463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ผล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2024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Consolas"/>
              </a:rPr>
              <a:t>10:00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192024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192024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Alice เปิด claude.ai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2024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Consolas"/>
              </a:rPr>
              <a:t>alice@softdebut.com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9202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1920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68880"/>
            <a:ext cx="109728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46888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Consolas"/>
              </a:rPr>
              <a:t>10:01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468880"/>
            <a:ext cx="502920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246888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Bob ยิง Claude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468880"/>
            <a:ext cx="320040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4688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C0392B"/>
                </a:solidFill>
                <a:latin typeface="Consolas"/>
              </a:rPr>
              <a:t>alice@softdebut.com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468880"/>
            <a:ext cx="228600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46888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Tahoma"/>
              </a:rPr>
              <a:t>❌ Bob ติด Alice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17520"/>
            <a:ext cx="10972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01752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Consolas"/>
              </a:rPr>
              <a:t>10:02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3017520"/>
            <a:ext cx="5029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301752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Bob เปิด claude.ai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017520"/>
            <a:ext cx="3200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017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Consolas"/>
              </a:rPr>
              <a:t>bob@softdebut.com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30175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66159"/>
            <a:ext cx="109728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566159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Consolas"/>
              </a:rPr>
              <a:t>10:03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3566159"/>
            <a:ext cx="502920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20" y="3566159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Alice ยิง Claude Code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566159"/>
            <a:ext cx="320040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566159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C0392B"/>
                </a:solidFill>
                <a:latin typeface="Consolas"/>
              </a:rPr>
              <a:t>bob@softdebut.com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3566159"/>
            <a:ext cx="2286000" cy="548640"/>
          </a:xfrm>
          <a:prstGeom prst="rect">
            <a:avLst/>
          </a:prstGeom>
          <a:solidFill>
            <a:srgbClr val="FDECE5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3566159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Tahoma"/>
              </a:rPr>
              <a:t>❌ Alice ติด Bob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Tahoma"/>
              </a:rPr>
              <a:t>ปัญหาคือ — ใครเปิด claude.ai ทีหลังสุด → email ของคนนั้นจะติด log ของทุกคนที่ยิงต่อจากนั้น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แนวทางที่พิจารณา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4 ทางเลือก — เลือกแบบที่ไม่ต้องแก้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11480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แนวทาง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463040"/>
            <a:ext cx="274320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ประเภท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63040"/>
            <a:ext cx="228600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463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แก้ client?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463040"/>
            <a:ext cx="228600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1463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Tahoma"/>
              </a:rPr>
              <a:t>Multi-account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4114800" cy="548640"/>
          </a:xfrm>
          <a:prstGeom prst="rect">
            <a:avLst/>
          </a:prstGeom>
          <a:solidFill>
            <a:srgbClr val="E7F5E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20240"/>
            <a:ext cx="4114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E1E1E"/>
                </a:solidFill>
                <a:latin typeface="Tahoma"/>
              </a:rPr>
              <a:t>A. Source-IP scoped sniffer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solidFill>
            <a:srgbClr val="E7F5E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E1E1E"/>
                </a:solidFill>
                <a:latin typeface="Tahoma"/>
              </a:rPr>
              <a:t>Dynamic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920240"/>
            <a:ext cx="2286000" cy="548640"/>
          </a:xfrm>
          <a:prstGeom prst="rect">
            <a:avLst/>
          </a:prstGeom>
          <a:solidFill>
            <a:srgbClr val="E7F5E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920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E1E1E"/>
                </a:solidFill>
                <a:latin typeface="Tahoma"/>
              </a:rPr>
              <a:t>ไม่ต้อง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920240"/>
            <a:ext cx="2286000" cy="548640"/>
          </a:xfrm>
          <a:prstGeom prst="rect">
            <a:avLst/>
          </a:prstGeom>
          <a:solidFill>
            <a:srgbClr val="E7F5E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920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27864B"/>
                </a:solidFill>
                <a:latin typeface="Tahoma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4688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468880"/>
            <a:ext cx="4114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B. X-Monitor-Identity header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46888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46888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Static per-machine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246888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46888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ต้อง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46888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46888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Tahoma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017520"/>
            <a:ext cx="4114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C. Hybrid (A + B fallback)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0175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01752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Dynamic + fallback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0175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บางส่วน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301752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27864B"/>
                </a:solidFill>
                <a:latin typeface="Tahoma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6616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566160"/>
            <a:ext cx="4114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D. แยก proxy port ต่อคน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5661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56616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Static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56616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5661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Tahoma"/>
              </a:rPr>
              <a:t>ต้อง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356616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35661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Tahoma"/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E7F5E9"/>
          </a:solidFill>
          <a:ln w="19050">
            <a:solidFill>
              <a:srgbClr val="27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7864B"/>
                </a:solidFill>
                <a:latin typeface="Tahoma"/>
              </a:rPr>
              <a:t>เลือกแนวทาง A — Source-IP scoped sniffer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ไม่ต้องแก้ฝั่ง client (install script เดิมใช้ได้)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รองรับ 1 คนหลาย account (sniffer อัพเดต slot เมื่อสลับ)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วิธีแก้ —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Per-IP dict แทน global ตัวเดียว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Tahoma"/>
              </a:rPr>
              <a:t>ก่อนแก้ — global ตัวเดียว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86400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86400" cy="27432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_ACCOUNT = {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"email": "",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"name":  "",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"uuid":  "",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def current_email() -&gt; str: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return _ACCOUNT["email"]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7864B"/>
                </a:solidFill>
                <a:latin typeface="Tahoma"/>
              </a:rPr>
              <a:t>หลังแก้ — dict แบ่งตาม source 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486400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486400" cy="27432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_ACCOUNT_BY_IP: dict[str, dict] = {}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def _client_ip(flow) -&gt; str: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peer = flow.client_conn.peername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return peer[0] if peer else ""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def current_email(flow) -&gt; str: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ip = _client_ip(flow)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return _ACCOUNT_BY_IP.get(ip, {}) \</a:t>
            </a:r>
          </a:p>
          <a:p>
            <a:pPr algn="l"/>
            <a:r>
              <a:rPr sz="1200">
                <a:solidFill>
                  <a:srgbClr val="E8E8E8"/>
                </a:solidFill>
                <a:latin typeface="Consolas"/>
              </a:rPr>
              <a:t>                         .get("email", "")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47948"/>
                </a:solidFill>
                <a:latin typeface="Tahoma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327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flow.client_conn.peername[0] = IP ของ client ที่ยิงเข้ามา (mitmproxy ให้ฟรี)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ไม่ต้องตั้งอะไรฝั่ง client — install-claude-proxy.ps1 เดิมใช้ได้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• แต่ละ IP มี slot ของตัวเอง → ไม่ปนกัน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Flow 1 — Sniff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User เปิด claude.ai → cache ลง slot ตาม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Alice   ip = 10.10.84.42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Tahoma"/>
              </a:rPr>
              <a:t>1. เปิด claude.ai บน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2. GET /api/auth/current_account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71215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3. body: {"email_address":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55263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   "alice@softdebut.com"}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39311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Consolas"/>
              </a:rPr>
              <a:t>4. ClaudeAccountSniffer.response()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Consolas"/>
              </a:rPr>
              <a:t>5. ip = flow.client_conn.peername[0]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Consolas"/>
              </a:rPr>
              <a:t>   = "10.10.84.42"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91456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7864B"/>
                </a:solidFill>
                <a:latin typeface="Consolas"/>
              </a:rPr>
              <a:t>6. _ACCOUNT_BY_IP["10.10.84.42"]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75504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7864B"/>
                </a:solidFill>
                <a:latin typeface="Consolas"/>
              </a:rPr>
              <a:t>     = {email: "alice@softdebut.com"}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53949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7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5394960" cy="50292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6304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ahoma"/>
              </a:rPr>
              <a:t>Bob   ip = 10.10.84.43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Tahoma"/>
              </a:rPr>
              <a:t>1. เปิด claude.ai บน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8716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2. GET /api/auth/current_account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71215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3. body: {"email_address":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55263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onsolas"/>
              </a:rPr>
              <a:t>   "bob@softdebut.com"}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39311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Consolas"/>
              </a:rPr>
              <a:t>4. ClaudeAccountSniffer.response()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6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Consolas"/>
              </a:rPr>
              <a:t>5. ip = flow.client_conn.peername[0]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0740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  <a:latin typeface="Consolas"/>
              </a:rPr>
              <a:t>   = "10.10.84.43"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91456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7864B"/>
                </a:solidFill>
                <a:latin typeface="Consolas"/>
              </a:rPr>
              <a:t>6. _ACCOUNT_BY_IP["10.10.84.43"]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75504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7864B"/>
                </a:solidFill>
                <a:latin typeface="Consolas"/>
              </a:rPr>
              <a:t>     = {email: "bob@softdebut.com"}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7864B"/>
                </a:solidFill>
                <a:latin typeface="Tahoma"/>
              </a:rPr>
              <a:t>→ คนละ slot — sniffer ของ Alice ไม่เขียนทับ Bob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Flow 2 — Read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ตอน user ยิง call → อ่านจาก slot ของ IP นั้น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Alice's VSCode (10.10.84.42) → POST api.anthropic.com/v1/messages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└─ ClaudeAPIMonitor.response(flow)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flow.client_conn.peername = ("10.10.84.42", ...)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│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└─ self._log(flow, client, model, prompt, parsed)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        │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        email = current_email(flow)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              = _ACCOUNT_BY_IP["10.10.84.42"]["email"]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              = "alice@softdebut.com"  ← ตรงกับเจ้าของ flow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        log = { account_email: "alice@softdebut.com", ... }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        └─ _write_local(log)</a:t>
            </a:r>
          </a:p>
          <a:p>
            <a:pPr algn="l"/>
            <a:r>
              <a:rPr sz="1400">
                <a:solidFill>
                  <a:srgbClr val="E8E8E8"/>
                </a:solidFill>
                <a:latin typeface="Consolas"/>
              </a:rPr>
              <a:t>                    └─ Thread(_send_log) → Cloudflare Worker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E7F5E9"/>
          </a:solidFill>
          <a:ln w="12700">
            <a:solidFill>
              <a:srgbClr val="27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Bob ยิงพร้อมกัน → flow ของ Bob มี IP = 10.10.84.43 →</a:t>
            </a:r>
          </a:p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อ่าน slot ของ Bob → log ติด bob@softdebut.com ไม่ปนกัน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Flow 3 — Switch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1 คน หลาย account — sniffer overwrite slot อัตโนมัติ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74320" cy="137160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C6EC9"/>
                </a:solidFill>
                <a:latin typeface="Tahoma"/>
              </a:rPr>
              <a:t>ก่อนสลับ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20"/>
            <a:ext cx="10698480" cy="9144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698480" cy="9144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_ACCOUNT_BY_IP["10.10.84.42"] = {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email: "alice@softdebut.com",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...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274320" cy="137160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7948"/>
                </a:solidFill>
                <a:latin typeface="Tahoma"/>
              </a:rPr>
              <a:t>Alice sign out → sign in ด้วย alice.personal@gmail.com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10698480" cy="9144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698480" cy="9144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claude.ai โหลด /api/auth/current_account ใหม่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ClaudeAccountSniffer เห็น email ใหม่ ≠ slot.email → overwrite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274320" cy="137160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7864B"/>
                </a:solidFill>
                <a:latin typeface="Tahoma"/>
              </a:rPr>
              <a:t>หลังสลับ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983480"/>
            <a:ext cx="10698480" cy="9144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698480" cy="91440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_ACCOUNT_BY_IP["10.10.84.42"] = {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email: "alice.personal@gmail.com",  ← updated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    ...</a:t>
            </a:r>
          </a:p>
          <a:p>
            <a:pPr algn="l"/>
            <a:r>
              <a:rPr sz="11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7864B"/>
                </a:solidFill>
                <a:latin typeface="Tahoma"/>
              </a:rPr>
              <a:t>→ ทุก call ของ Alice หลังจากนี้ → ติด alice.personal@gmail.com อัตโนมัติ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Flow 4 — Bridge 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Claude Code OAuth: เก็บ src_ip ตอน WS open, ใช้ตอน flush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47948"/>
                </a:solidFill>
                <a:latin typeface="Tahoma"/>
              </a:rPr>
              <a:t>1. websocket_start — เก็บ src_ip ใน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554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15544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def websocket_start(self, flow):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self._sessions[id(flow)] = {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    "client":  client,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    "src_ip":  _client_ip(flow),   # ← เก็บ IP ตอน WS open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    "pending": {},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7864B"/>
                </a:solidFill>
                <a:latin typeface="Tahoma"/>
              </a:rPr>
              <a:t>2. _flush — อ่าน email จาก slot ของ src_ip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11064240" cy="1645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064240" cy="16459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def _flush(self, sess, req_id):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...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email = _ACCOUNT_BY_IP.get(sess["src_ip"], {}).get("email", "")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# ← ไม่ต้องผ่าน current_email(flow) เพราะ _flush ไม่มี flow ตรงๆ</a:t>
            </a:r>
          </a:p>
          <a:p>
            <a:pPr algn="l"/>
            <a:r>
              <a:rPr sz="1300">
                <a:solidFill>
                  <a:srgbClr val="E8E8E8"/>
                </a:solidFill>
                <a:latin typeface="Consolas"/>
              </a:rPr>
              <a:t>    # ← ใช้ src_ip ที่เก็บไว้ตั้งแต่ตอน WS open แทน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Tahoma"/>
              </a:rPr>
              <a:t>WebSocket session ผูกกับ flow เดียวตลอด lifetime → src_ip ไม่เปลี่ยน → ใช้ได้ทั้ง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Platform ที่ครอบคลุม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Sniffer ทำงานเฉพาะ traffic claude.ai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claude.ai (web)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463040"/>
            <a:ext cx="1645920" cy="64008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1645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✓ ครบ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sniff ทุกครั้งที่ refresh / สลับ 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7627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Claude Desktop (Chat/Cowork/Code)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176272"/>
            <a:ext cx="1645920" cy="64008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76272"/>
            <a:ext cx="1645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✓ ครบ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176272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76272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ใช้ endpoint เดียวกับ claude.ai web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9504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889504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Claude Code VSCode (OAuth)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889504"/>
            <a:ext cx="1645920" cy="64008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889504"/>
            <a:ext cx="1645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△ บางส่วน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889504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89504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ต้องเปิด claude.ai/Desktop บนเครื่องด้วย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02736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02736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Claude Code CLI (OAuth)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602736"/>
            <a:ext cx="1645920" cy="64008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602736"/>
            <a:ext cx="1645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△ บางส่วน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602736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02736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เหมือน VSCode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15968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15968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Claude Code (API key)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4315968"/>
            <a:ext cx="164592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315968"/>
            <a:ext cx="1645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✗ ไม่ได้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315968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315968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ไม่มี email ใน traffic → account_email = ""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292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Tahoma"/>
              </a:rPr>
              <a:t>API SDK ทั่วไป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5029200"/>
            <a:ext cx="164592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029200"/>
            <a:ext cx="16459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✗ ไม่ได้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029200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02920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เหมือน API key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1E1E"/>
                </a:solidFill>
                <a:latin typeface="Tahoma"/>
              </a:rPr>
              <a:t>ข้อจำกัด &amp;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Tahoma"/>
              </a:rPr>
              <a:t>เคสที่ยังไม่ครอบคลุม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F47948"/>
                </a:solidFill>
                <a:latin typeface="Tahoma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640080" cy="59436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40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463040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4846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Tahoma"/>
              </a:rPr>
              <a:t>2 user คนละ IP ใช้พร้อมกัน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94960" cy="5943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แยก slot ไม่ปนกัน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640080" cy="59436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640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148840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148840"/>
            <a:ext cx="4846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Tahoma"/>
              </a:rPr>
              <a:t>1 user สลับหลาย Claude account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5394960" cy="5943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sniffer overwrite slot อัตโนมัติ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640080" cy="59436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640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2834640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834640"/>
            <a:ext cx="4846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Tahoma"/>
              </a:rPr>
              <a:t>User ไม่เคยเปิด claude.ai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5394960" cy="5943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account_email = "" (ดีกว่าเดาผิด)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20440"/>
            <a:ext cx="640080" cy="59436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20440"/>
            <a:ext cx="640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3520440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520440"/>
            <a:ext cx="4846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Tahoma"/>
              </a:rPr>
              <a:t>Claude Desktop + VSCode บนเครื่องเดียว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520440"/>
            <a:ext cx="5394960" cy="5943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204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slot เดียวกัน (คนเดียวกัน)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06240"/>
            <a:ext cx="64008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06240"/>
            <a:ext cx="640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4206240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4206240"/>
            <a:ext cx="4846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Tahoma"/>
              </a:rPr>
              <a:t>2 user หลัง NAT IP เดียวกัน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06240"/>
            <a:ext cx="5394960" cy="5943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062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ปนกัน (limitation ของ IP scoping)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640080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640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4892040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4892040"/>
            <a:ext cx="4846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E1E1E"/>
                </a:solidFill>
                <a:latin typeface="Tahoma"/>
              </a:rPr>
              <a:t>Alice ออก → Bob มาใช้ก่อนเปิด claude.ai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892040"/>
            <a:ext cx="5394960" cy="59436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892040"/>
            <a:ext cx="521208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Tahoma"/>
              </a:rPr>
              <a:t>Bob ติด email Alice จนเปิด claude.ai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Tahoma"/>
              </a:rPr>
              <a:t>Claude Monitor — Per-IP Account Scoping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000" b="1">
                <a:solidFill>
                  <a:srgbClr val="1E1E1E"/>
                </a:solidFill>
                <a:latin typeface="Tahoma"/>
              </a:rPr>
              <a:t>สรุป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486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27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✓ แก้แล้ว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_ACCOUNT → _ACCOUNT_BY_IP (per-IP dict)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_client_ip(flow) helper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current_email(flow) รับ flow เป็น arg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ClaudeAccountSniffer write per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ClaudeAPIMonitor._log รับ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ClaudeDesktopMonitor — pass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ClaudeBridgeMonitor — เก็บ src_ip ใน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ฝั่ง client ไม่ต้องแก้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54864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7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5486400" cy="54864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ahoma"/>
              </a:rPr>
              <a:t>○ ยังไม่แก้ / Optional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146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machine_name ยังเป็นชื่อ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803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  → reverse DNS lookup จาก source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118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TTL slot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77639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  → expire slot ที่ไม่มี auth response &gt; 24 ชม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4340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  → กัน Alice ออก แล้ว Bob มาใช้เครื่องเดิม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0916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7492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• API key user — ยังไม่มีทางจับ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406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Tahoma"/>
              </a:rPr>
              <a:t>  → ต้องใช้แนวทาง B (header) เสริมถ้าจำเป็น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Tahoma"/>
              </a:rPr>
              <a:t>Deploy: pull addon.py ใหม่ → restart mitmdump บน server เดียว ฝั่ง client ไม่ต้องทำอะไร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