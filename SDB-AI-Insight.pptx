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ftdebut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74519"/>
            <a:ext cx="2743200" cy="5053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SDB AI Insight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ระบบติดตามการใช้งาน Claude AI ขององค์กร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Flow การทำงาน  ·  สถาปัตยกรรม  ·  การทำงานแต่ละหน้า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937760"/>
            <a:ext cx="3840480" cy="27940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เอกสารนำเสนอระบบ  ·  อัปเดต 2026-05-20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AGENDA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สิ่งที่จะเล่าวันนี้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202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240280"/>
            <a:ext cx="1005840" cy="868680"/>
          </a:xfrm>
          <a:prstGeom prst="roundRect">
            <a:avLst>
              <a:gd name="adj" fmla="val 20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402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7948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337560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Flow การทำงานของระบบ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ภาพรวมและปัญหาที่แก้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สถาปัตยกรรม 3 ชั้น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การเก็บข้อมูล 1 call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การตรวจ client + identity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การคิดเงิน · ฐานข้อมูล ·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920240"/>
            <a:ext cx="5349240" cy="384048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47688" y="2240280"/>
            <a:ext cx="1005840" cy="868680"/>
          </a:xfrm>
          <a:prstGeom prst="roundRect">
            <a:avLst>
              <a:gd name="adj" fmla="val 20000"/>
            </a:avLst>
          </a:prstGeom>
          <a:solidFill>
            <a:srgbClr val="FD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224028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7948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337560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แต่ละหน้าทำอะไร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Dashboard · Accounts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Account Detail · 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Monitoring · Data Sources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Identity · Reports · Settings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Clear Data ·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79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69748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D9C2"/>
                </a:solidFill>
                <a:latin typeface="Leelawadee UI"/>
                <a:ea typeface="Leelawadee UI"/>
                <a:cs typeface="Leelawadee UI"/>
              </a:rPr>
              <a:t>ส่วนที่ 1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Flow การทำงานของระบบ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D9C2"/>
                </a:solidFill>
                <a:latin typeface="Leelawadee UI"/>
                <a:ea typeface="Leelawadee UI"/>
                <a:cs typeface="Leelawadee UI"/>
              </a:rPr>
              <a:t>ภาพรวม · สถาปัตยกรรม 3 ชั้น · การเก็บข้อมูล · การตรวจตัวตน · การคิดเงิน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ภาพรวม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SDB AI Insight คืออะไร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ระบบ monitoring การใช้งาน Claude AI ขององค์กร — ดักจับทุก prompt/response จากทุก client แล้วสรุปเป็นค่าใช้จ่าย (USD), token usage และพฤติกรรมการใช้งาน บน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46120"/>
            <a:ext cx="11064240" cy="2834640"/>
          </a:xfrm>
          <a:prstGeom prst="roundRect">
            <a:avLst>
              <a:gd name="adj" fmla="val 6000"/>
            </a:avLst>
          </a:prstGeom>
          <a:solidFill>
            <a:srgbClr val="FDECE0"/>
          </a:solidFill>
          <a:ln w="12700">
            <a:solidFill>
              <a:srgbClr val="F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ปัญหาที่แก้  —  องค์กรจ่ายค่า Claude แต่มองไม่เห็นว่า: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ใครใช้บ้าง · ใช้ไปเท่าไหร่ · model ไหนกินเงินมากที่สุด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ใช้ผ่านช่องทางไหน (Desktop, Claude.ai, Cowork, Code, CLI, VSCode, API)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ค่าใช้จ่ายพุ่งสูงผิดปกติในช่วงเวลาใด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เทคโนโลยีหลัก 4 ส่วน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2148840"/>
            <a:ext cx="2615184" cy="32918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148840"/>
            <a:ext cx="2615184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103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mitmproxy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Python proxy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ดักจับ traffic + วิเคราะห์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48840"/>
            <a:ext cx="2615184" cy="32918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148840"/>
            <a:ext cx="2615184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651760"/>
            <a:ext cx="2103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Cloudflare Workers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Edge runtime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รับข้อมูล + render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148840"/>
            <a:ext cx="2615184" cy="32918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2148840"/>
            <a:ext cx="2615184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651760"/>
            <a:ext cx="2103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Cloudflare D1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SQLite database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เก็บ log ทั้งหมด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2148840"/>
            <a:ext cx="2615184" cy="32918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53144" y="2148840"/>
            <a:ext cx="2615184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2651760"/>
            <a:ext cx="2103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Logto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OIDC + PKCE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ยืนยันตัวตนเข้า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ARCHITECTURE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สถาปัตยกรรม 3 ชั้น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965960"/>
            <a:ext cx="3529584" cy="35204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276856"/>
            <a:ext cx="23408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063240"/>
            <a:ext cx="298094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Claude Desktop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Claude.ai web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Cowork · Code tab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Code CLI · VSCode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API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965960"/>
            <a:ext cx="3529584" cy="35204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8576" y="224028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2402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2276856"/>
            <a:ext cx="23408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PROXY  (mitmproxy + addon.py)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063240"/>
            <a:ext cx="298094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ดักจับ traffic (TLS MITM)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ตรวจ client · ดึง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นับ token · คิดเงิน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ตรวจ email เจ้าของ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→ JSONL + POST /log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965960"/>
            <a:ext cx="3529584" cy="352044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224028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402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276856"/>
            <a:ext cx="234086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WORKER + D1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063240"/>
            <a:ext cx="2980944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รับ log ที่ /log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เติม identity ที่ขาด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เก็บลง D1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Logto login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render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ทุกเครื่อง client ตั้ง system proxy → 127.0.0.1:8080  ·  proxy เก็บข้อมูล / worker เก็บถาวร+แสดงผล แยกหน้าที่กัน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DATA CAPTURE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Flow การเก็บ 1 call แบบครบวงจร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2002535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0253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929383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ผู้ใช้พิมพ์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929383"/>
            <a:ext cx="7406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traffic วิ่งผ่าน mitmproxy อัตโนมัติ (เพราะตั้ง system proxy ไว้)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15767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2843783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43783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770631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addon.py วิเคราะห์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770631"/>
            <a:ext cx="7406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detect client · ดึง prompt จริง · นับ token · คิดเงิน · หา email เจ้าของ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57015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3685031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685031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611879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ตรวจ email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3611879"/>
            <a:ext cx="7406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ผ่าน → เขียนไฟล์ JSONL ในเครื่อง (backup) + POST /log แบบ fire-and-forget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98263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" y="4526279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52627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453127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Worker /log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4453127"/>
            <a:ext cx="7406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ตรวจ X-Api-Key · เติม email จาก ip_identity ถ้าว่าง · INSERT api_logs · upsert ตัวตน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39511"/>
            <a:ext cx="11064240" cy="73152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5367527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367527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294375"/>
            <a:ext cx="2468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ขึ้น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5294375"/>
            <a:ext cx="7406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ข้อมูลปรากฏทันที — dashboard query สดจาก D1 ทุกครั้งที่เปิด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CAPTURE LAYER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ชั้น Proxy: addon.py ทำอะไร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11064239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7955279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ดักอะไร / หน้าที่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ClaudeAPIMonitor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api.anthropic.com/v1/messages (API key, Code CLI/VSCode, Cowork, Code tab)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ClaudeDesktopMonitor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claude.ai .../completion (Claude Desktop &amp; web chat)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ClaudeBridgeMonitor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bridge.claudeusercontent.com WebSocket (Claude Code OAuth login)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ClaudeAccountSniffer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 email จาก claude.ai — ทำงานก่อนเสมอ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ToolSchemaFixer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แก้ tool schema ที่ Anthropic API ปฏิเสธ ให้คำขอผ่าน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440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+ Discovery classes (debug): ConnectionLogger, DesktopDiscovery, BridgeDiscovery — บันทึก endpoint/frame ที่ยังไม่รู้จัก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CLIENT DETECTION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การตรวจจับว่ามาจาก Client ใด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ชั้น 1 — Headers  (User-Agent / anthropic-client-name / x-app / x-client-context)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40280"/>
          <a:ext cx="67665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เงื่อนไข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ผลลัพธ์ (client tag)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 + electron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claude-desktop-code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 + vscode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claude-code-vscode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 เพียวๆ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claude-code-cli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electron / anthropic ใน UA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claude-desktop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ไม่เข้าเงื่อนไขใด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2240280"/>
            <a:ext cx="3995928" cy="2743200"/>
          </a:xfrm>
          <a:prstGeom prst="roundRect">
            <a:avLst>
              <a:gd name="adj" fmla="val 6000"/>
            </a:avLst>
          </a:prstGeom>
          <a:solidFill>
            <a:srgbClr val="FDECE0"/>
          </a:solidFill>
          <a:ln w="12700">
            <a:solidFill>
              <a:srgbClr val="F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4688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ชั้น 2 — Body override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เมื่อ header กำกวม: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body มี mcp__cowork__*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   → claude-desktop-cowork (ชนะเสมอ)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body มี Code tools (Bash/Read/...)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   แต่ header = api → claude-code-cli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IDENTITY · 4 LAYERS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การระบุตัวตนแบบ 4 ชั้น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556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ปัญหา: บน proxy กลาง บาง log มี email ว่าง (25–64%) → เก็บตัวตนกระจาย 4 ชั้น แต่ละชั้นรอดแยกกันได้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468880"/>
          <a:ext cx="110642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743200"/>
                <a:gridCol w="512064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Layer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เก็บที่ไหน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บทบาท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L1  _ACCOUNT_BY_IP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Proxy (in-memory)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hot read path — map IP → email ตอน log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L2  account_slots.json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Proxy (ไฟล์)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สำเนาของ L1 — รอด proxy restart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L3  ip_identity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Worker D1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source of truth ระยะยาว — รอดทุกอย่าง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L4  api_logs.client_ip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Worker D1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audit ทุก row + fallback แสดงผล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1206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ได้ email จาก 3 แหล่ง: HTTP sniffer (claude.ai) · JWT decode (Bearer token) · Bridge connect (WebSocket)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หา email ไม่ได้เลย → แสดงเป็น ip:10.10.84.42 แทน (ยัง audit ได้ว่ามาจากเครื่องไหน)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PRICING (USD / 1M tokens)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การคำนวณค่าใช้จ่าย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65960"/>
          <a:ext cx="1106424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Model tier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Input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Output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Cache Read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Cache Write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Opus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$15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$75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$1.50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$18.75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Sonnet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$3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$15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$0.30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$3.75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Haiku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$0.80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$4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$0.08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$1.00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43484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FDECE0"/>
          </a:solidFill>
          <a:ln w="12700">
            <a:solidFill>
              <a:srgbClr val="F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A2420"/>
                </a:solidFill>
                <a:latin typeface="Consolas"/>
                <a:ea typeface="Consolas"/>
                <a:cs typeface="Consolas"/>
              </a:rPr>
              <a:t>cost = (input×Pin + output×Pout + cacheRead×Pcr + cacheWrite×Pcw) ÷ 1,000,000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แยกนับ cache เพราะราคาต่างกันมาก — cache read ถูกกว่า input ปกติ ~10 เท่า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Worker Endpoints &amp; Auth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67665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371600"/>
                <a:gridCol w="3108960"/>
              </a:tblGrid>
              <a:tr h="4724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Path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Method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หน้าที่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/log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POST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รับ log จาก proxy (ตรวจ X-Api-Key)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/health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health check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/login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redirect ไป Logto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  (?code=)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OAuth callback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/logout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GET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จบ session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874519"/>
            <a:ext cx="3995928" cy="2834640"/>
          </a:xfrm>
          <a:prstGeom prst="roundRect">
            <a:avLst>
              <a:gd name="adj" fmla="val 6000"/>
            </a:avLst>
          </a:prstGeom>
          <a:solidFill>
            <a:srgbClr val="FDECE0"/>
          </a:solidFill>
          <a:ln w="12700">
            <a:solidFill>
              <a:srgbClr val="F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2103120"/>
            <a:ext cx="34747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Auth = Logto OIDC + PKCE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→  /login → Logto authorize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→  callback (?code=) → แลก 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→  verify id_token (JWKS)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→  สร้าง session (cookie sid, 7 วัน)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→  → เข้า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หน้า dashboard ทั้งหมดต้องผ่าน requireUser gate ก่อนเสมอ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DATABASE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ฐานข้อมูล Cloudflare D1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110642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859536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Table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เก็บอะไร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api_logs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log ทุก call — ts, client, account_email, client_ip, model, prompt, tokens, cost_usd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ip_identity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 IP → email (Layer 3) — เติม email ให้ log ที่ระบุตัวไม่ได้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sessions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session ผู้ใช้ที่ login (sub, email, expires_at, id_token)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oauth_state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state + PKCE verifier ระหว่าง OAuth flow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app_settings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config แบบ key/value (ingest_key, notify flags)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4406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ทุกเวลาคำนวณตามเขต Asia/Bangkok (UTC+7) · เก็บค่าเวลาเป็น ms epoch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COVERAGE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ช่องทาง Claude ที่ระบบครอบคลุม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1106424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4297680"/>
                <a:gridCol w="31089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แหล่งที่มา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ช่องทาง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client tag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Code CLI (API key)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api.anthropic.com/v1/messages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claude-code-cli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Code CLI (OAuth)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bridge.claudeusercontent.com WS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claude-code-cli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Code VSCode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api.anthropic.com/v1/messages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claude-code-vscode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Desktop / web chat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claude.ai .../completion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claude-desktop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Cowork (Desktop)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/v1/messages?beta=true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claude-desktop-cowork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Code tab (Desktop)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/v1/messages?beta=true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claude-desktop-code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 API SDK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api.anthropic.com/v1/messages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api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LIMITATIONS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ข้อจำกัดที่ทราบ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 Mobile apps — อยู่คนละเครื่อง ต้อง MITM ที่ network layer (router)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 HTTP/3 (QUIC) — mitmproxy ดักได้แค่ TCP (ปัจจุบันยังไม่กระทบ)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 API key users — ไม่มี email ใน traffic → ระบุได้แค่ IP (fundamental)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 NAT / shared IP — หลายคนใช้ IP เดียวกัน → แยกตัวตนไม่ออก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●   First call ของ IP ใหม่ — ต้องรอ sniff/JWT ก่อน 1 call จึงได้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79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36576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69748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D9C2"/>
                </a:solidFill>
                <a:latin typeface="Leelawadee UI"/>
                <a:ea typeface="Leelawadee UI"/>
                <a:cs typeface="Leelawadee UI"/>
              </a:rPr>
              <a:t>ส่วนที่ 2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แต่ละหน้าทำอะไร ทำงานอย่างไร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D9C2"/>
                </a:solidFill>
                <a:latin typeface="Leelawadee UI"/>
                <a:ea typeface="Leelawadee UI"/>
                <a:cs typeface="Leelawadee UI"/>
              </a:rPr>
              <a:t>เมนูหลัก: Dashboard · Analytics · Accounts  |  หน้าอื่นเข้าผ่าน URL ได้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หน้าหลัก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หน้า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4F28"/>
                </a:solidFill>
                <a:latin typeface="Consolas"/>
                <a:ea typeface="Consolas"/>
                <a:cs typeface="Consolas"/>
              </a:rPr>
              <a:t>route: 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5740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สรุปการใช้งานทั้งหมดพร้อมตัวกรองครบถ้วน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●   Filter bar — Period (Daily/Monthly/Yearly), Date from–to, Model, Account, Client + Export CSV / Apply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●   Stat cards 6 ใบ — calls, token in/out, cache read/write, cost รวม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●   Breakdown 3 การ์ด — By Model · By Account · By Client (เรียงตาม cost)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●   Recent API Calls — ตารางทุก call: เวลา, client, account, model, prompt, token, cost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●   เลือก rows/หน้า (10–All) + แบ่งหน้า · คลิก prompt เปิด modal ดูข้อความเต็ม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บัญชีผู้ใช้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หน้า Accounts &amp; Account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394960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85999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Accounts  ·  /accounts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รายชื่อบัญชีทั้งหมดที่เชื่อม Claude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Period filter: 7d / 30d / 90d / all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KPI: total/active accounts, spend, calls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ตาราง: avatar, email, calls, tokens, model, cost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สถานะ: live (&lt;1ชม) · idle (&lt;7วัน) · cold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คลิกแถว → Account Detail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874519"/>
            <a:ext cx="5394960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285999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Account Detail  ·  /account?identity=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เจาะลึกบัญชีเดียว (รับทั้ง email และ ip:...)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Stat cards + first/last seen + สถานะ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Cost over time (30 วัน)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By Model / By Client ของคนนี้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Top 5 prompts ที่ใช้บ่อย · Token usage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Activity heatmap 7×24 · 50 prompts ล่าสุด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แนวโน้มเชิงลึก · /analytics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หน้า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645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ดู trend ค่าใช้จ่ายและ token ตามช่วงเวลา (7d / 30d / 90d) — มีกราฟ 5 ตัว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148840"/>
          <a:ext cx="1106424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841248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กราฟ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คืออะไร</a:t>
                      </a:r>
                    </a:p>
                  </a:txBody>
                  <a:tcPr marL="109728" marR="91440" marT="45720" marB="45720" anchor="ctr">
                    <a:solidFill>
                      <a:srgbClr val="F4794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Cost over time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ราคาที่จ่ายไป แยกตามช่วงเวลา (เช่น 2 วัน: 18/05 และ 19/05) — 1 จุด = 1 วัน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Cost by model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เทียบ trend ค่าใช้จ่ายของแต่ละ model (top 7) ว่าตัวไหนกินเงินมากสุด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Token mix over time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 token แบ่งตามเวลา — 'mix' = รวม 4 ตัวซ้อนกัน: cache read/write + input/output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Calls timeline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จำนวนครั้งที่เรียกใช้ (requests) ต่อวัน — นับเป็นจำนวน call ไม่ใช่ยอดเงิน</a:t>
                      </a:r>
                    </a:p>
                  </a:txBody>
                  <a:tcPr marL="109728" marR="91440" marT="45720" marB="45720" anchor="ctr">
                    <a:solidFill>
                      <a:srgbClr val="FDECE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Activity heatmap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A2420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ความถี่การ prompt แต่ละช่วงเวลาของวัน — ตาราง 7×24 ยิ่งเข้มยิ่งใช้บ่อย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4406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DECE0"/>
          </a:solidFill>
          <a:ln w="12700">
            <a:solidFill>
              <a:srgbClr val="FFD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10515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⚠  Calls timeline = จำนวน call/วัน (count) ไม่ใช่เงิน — ถ้าจะสื่อ 'ค่าใช้จ่ายรวมต่อวัน' ให้ดู Cost over time แทน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ระบบ &amp; แหล่งข้อมูล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หน้า Monitoring &amp; 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74519"/>
            <a:ext cx="5394960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85999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Monitoring  ·  /monitoring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สถานะ real-time (ย้อนหลัง 24 ชม.)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KPI: calls, error rate, active sessions, status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API Health (error rate/ชม.)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Active sessions · Throughput (calls/min)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Top errors by group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error = output=0 และ cost=0 (ไม่มีคำตอบ)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874519"/>
            <a:ext cx="5394960" cy="146304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285999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Data Sources  ·  /data-sources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จัดการ proxy ที่ป้อนข้อมูลเข้าระบบ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Ingest endpoint (/log) + ingest key (mask)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สถิติ D1: rows รวม, rows วันนี้,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    ช่วงเวลา oldest–newest, ขนาดข้อมูล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•  คำแนะนำการตั้งค่า proxy ให้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MORE PAGES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หน้าอื่นๆ ในระบบ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874519"/>
            <a:ext cx="11064240" cy="740664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11095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A2420"/>
                </a:solidFill>
                <a:latin typeface="Consolas"/>
                <a:ea typeface="Consolas"/>
                <a:cs typeface="Consolas"/>
              </a:rPr>
              <a:t>Identity  /identity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8808" y="1911095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ตาราง map IP ↔ email ปัจจุบัน (Layer 3) — เติม email ให้ log ที่ระบุตัวไม่ได้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199"/>
            <a:ext cx="11064240" cy="740664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79775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A2420"/>
                </a:solidFill>
                <a:latin typeface="Consolas"/>
                <a:ea typeface="Consolas"/>
                <a:cs typeface="Consolas"/>
              </a:rPr>
              <a:t>Reports  /reports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808" y="2779775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Export CSV: Today / Month / Year / All + custom report (เลือกช่วง/columns)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611879"/>
            <a:ext cx="11064240" cy="740664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648455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A2420"/>
                </a:solidFill>
                <a:latin typeface="Consolas"/>
                <a:ea typeface="Consolas"/>
                <a:cs typeface="Consolas"/>
              </a:rPr>
              <a:t>Settings  /settings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3648455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Profile · Rotate ingest key · Notifications (email/anomaly/budget) · About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480559"/>
            <a:ext cx="11064240" cy="740664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517135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A2420"/>
                </a:solidFill>
                <a:latin typeface="Consolas"/>
                <a:ea typeface="Consolas"/>
                <a:cs typeface="Consolas"/>
              </a:rPr>
              <a:t>Clear Data  /clear-data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4517135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ลบข้อมูล: All / ตามช่วงวันที่ / ตาม filter / Sessions — ยืนยันจำนวนที่ลบ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349239"/>
            <a:ext cx="11064240" cy="740664"/>
          </a:xfrm>
          <a:prstGeom prst="roundRect">
            <a:avLst>
              <a:gd name="adj" fmla="val 6000"/>
            </a:avLst>
          </a:prstGeom>
          <a:solidFill>
            <a:srgbClr val="F8F4F0"/>
          </a:solidFill>
          <a:ln w="12700">
            <a:solidFill>
              <a:srgbClr val="ECE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385815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A2420"/>
                </a:solidFill>
                <a:latin typeface="Consolas"/>
                <a:ea typeface="Consolas"/>
                <a:cs typeface="Consolas"/>
              </a:rPr>
              <a:t>Insights  /insights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5385815"/>
            <a:ext cx="7223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⏳ Incoming — AI-driven findings (อยู่ระหว่างพัฒนา)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30352"/>
            <a:ext cx="118872" cy="566928"/>
          </a:xfrm>
          <a:prstGeom prst="rect">
            <a:avLst/>
          </a:prstGeom>
          <a:solidFill>
            <a:srgbClr val="F47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2062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94F28"/>
                </a:solidFill>
                <a:latin typeface="Leelawadee UI"/>
                <a:ea typeface="Leelawadee UI"/>
                <a:cs typeface="Leelawadee UI"/>
              </a:rPr>
              <a:t>KEY TAKEAWAYS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สรุปประเด็นสำคัญ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1064240" cy="17780"/>
          </a:xfrm>
          <a:prstGeom prst="rect">
            <a:avLst/>
          </a:prstGeom>
          <a:solidFill>
            <a:srgbClr val="ECE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✓   ดักทุกช่องทาง — Desktop, web, Cowork, Code tab, CLI, VSCode, API ในที่เดียว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✓   คิดเงินแม่นยำ — แยก input/output/cache ตามราคาจริงของแต่ละ model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✓   ระบุตัวตนทน fail — 4-layer identity รอด proxy/worker restart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✓   ไม่ block ผู้ใช้ — log แบบ fire-and-forget + backup JSONL ในเครื่อง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0">
                <a:solidFill>
                  <a:srgbClr val="2A2420"/>
                </a:solidFill>
                <a:latin typeface="Leelawadee UI"/>
                <a:ea typeface="Leelawadee UI"/>
                <a:cs typeface="Leelawadee UI"/>
              </a:rPr>
              <a:t>✓   Dashboard ครบ — ภาพรวม, รายคน, trend, real-time monitoring,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35E"/>
                </a:solidFill>
                <a:latin typeface="Leelawadee UI"/>
                <a:ea typeface="Leelawadee UI"/>
                <a:cs typeface="Leelawade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794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ftdebut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767" y="2286000"/>
            <a:ext cx="3566160" cy="6569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1188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ขอบคุณครับ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D9C2"/>
                </a:solidFill>
                <a:latin typeface="Leelawadee UI"/>
                <a:ea typeface="Leelawadee UI"/>
                <a:cs typeface="Leelawadee UI"/>
              </a:rPr>
              <a:t>SDB AI Insight — ติดตามการใช้งาน Claude AI ได้ครบในที่เดียว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